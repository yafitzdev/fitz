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Health Q3 2025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Dr. Sarah Mitchell, Chief Medical Officer</a:t>
            </a:r>
          </a:p>
          <a:p>
            <a:r>
              <a:t>October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2025 Revenue: $847 million (up 12% YoY)</a:t>
            </a:r>
          </a:p>
          <a:p>
            <a:r>
              <a:t>Operating margin: 18.3%</a:t>
            </a:r>
          </a:p>
          <a:p>
            <a:r>
              <a:t>Net income: $155 million</a:t>
            </a:r>
          </a:p>
          <a:p>
            <a:r>
              <a:t>Telehealth revenue grew 34% to $112 million</a:t>
            </a:r>
          </a:p>
          <a:p>
            <a:r>
              <a:t>Insurance claims processing cost reduced by 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patients served: 2.4 million in Q3</a:t>
            </a:r>
          </a:p>
          <a:p>
            <a:r>
              <a:t>New patient registrations: 187,000</a:t>
            </a:r>
          </a:p>
          <a:p>
            <a:r>
              <a:t>Patient satisfaction score: 4.6 out of 5.0</a:t>
            </a:r>
          </a:p>
          <a:p>
            <a:r>
              <a:t>Average wait time reduced to 12 minutes (from 18)</a:t>
            </a:r>
          </a:p>
          <a:p>
            <a:r>
              <a:t>Readmission rate: 3.2% (industry avg: 5.1%)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Expansion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Opening 3 new regional clinics in Austin, Denver, and Portland by Q1 2026</a:t>
            </a:r>
          </a:p>
          <a:p>
            <a:r>
              <a:t>Launching AI-powered diagnostic assistant in radiology department</a:t>
            </a:r>
          </a:p>
          <a:p>
            <a:r>
              <a:t>Partnership with PharmaCo for integrated prescription management</a:t>
            </a:r>
          </a:p>
          <a:p>
            <a:r>
              <a:t>Target: expand telehealth coverage to 15 additional states</a:t>
            </a:r>
          </a:p>
          <a:p>
            <a:r>
              <a:t>Planned investment: $230 million in infrastructure upgrades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